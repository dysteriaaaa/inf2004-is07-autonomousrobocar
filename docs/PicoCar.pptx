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557"/>
  </p:normalViewPr>
  <p:slideViewPr>
    <p:cSldViewPr snapToGrid="0">
      <p:cViewPr varScale="1">
        <p:scale>
          <a:sx n="100" d="100"/>
          <a:sy n="100" d="100"/>
        </p:scale>
        <p:origin x="184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ed Fauzi Bin Abbas" userId="48df300c-2a3a-4ba0-838d-ab9d6a0b5da0" providerId="ADAL" clId="{C2E7A1FF-72BA-5960-B26D-B64B02785CAF}"/>
    <pc:docChg chg="delSld sldOrd">
      <pc:chgData name="Muhamed Fauzi Bin Abbas" userId="48df300c-2a3a-4ba0-838d-ab9d6a0b5da0" providerId="ADAL" clId="{C2E7A1FF-72BA-5960-B26D-B64B02785CAF}" dt="2026-09-21T09:00:15.940" v="2" actId="20578"/>
      <pc:docMkLst>
        <pc:docMk/>
      </pc:docMkLst>
      <pc:sldChg chg="del">
        <pc:chgData name="Muhamed Fauzi Bin Abbas" userId="48df300c-2a3a-4ba0-838d-ab9d6a0b5da0" providerId="ADAL" clId="{C2E7A1FF-72BA-5960-B26D-B64B02785CAF}" dt="2026-09-21T08:59:58.922" v="0" actId="2696"/>
        <pc:sldMkLst>
          <pc:docMk/>
          <pc:sldMk cId="1028146255" sldId="256"/>
        </pc:sldMkLst>
      </pc:sldChg>
      <pc:sldChg chg="ord">
        <pc:chgData name="Muhamed Fauzi Bin Abbas" userId="48df300c-2a3a-4ba0-838d-ab9d6a0b5da0" providerId="ADAL" clId="{C2E7A1FF-72BA-5960-B26D-B64B02785CAF}" dt="2026-09-21T09:00:14.105" v="1" actId="20578"/>
        <pc:sldMkLst>
          <pc:docMk/>
          <pc:sldMk cId="3192703066" sldId="257"/>
        </pc:sldMkLst>
      </pc:sldChg>
      <pc:sldChg chg="ord">
        <pc:chgData name="Muhamed Fauzi Bin Abbas" userId="48df300c-2a3a-4ba0-838d-ab9d6a0b5da0" providerId="ADAL" clId="{C2E7A1FF-72BA-5960-B26D-B64B02785CAF}" dt="2026-09-21T09:00:15.940" v="2" actId="20578"/>
        <pc:sldMkLst>
          <pc:docMk/>
          <pc:sldMk cId="2477496525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48EA1-7CE4-8DDF-BDDC-10281BF8A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8E6064-B198-700A-6DB6-A2AA60CCD3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1D4AF-DDF5-18BB-5527-9FDFA4AF9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2E6E1-C3BA-4253-8312-9EB3E013E51C}" type="datetimeFigureOut">
              <a:rPr lang="en-SG" smtClean="0"/>
              <a:t>21/9/26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4F3A0-F234-67E7-47D3-0513DA25F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70233-C4C5-A4C0-33FD-F416C6020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51D1-6072-40ED-B667-B1638A67729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4586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8136E-4A69-9DB7-4E05-AF1F6BA45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B7C75-8474-F41A-56AD-0444D0E00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8AF5A-A1CE-9610-2D32-56AE6D8E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2E6E1-C3BA-4253-8312-9EB3E013E51C}" type="datetimeFigureOut">
              <a:rPr lang="en-SG" smtClean="0"/>
              <a:t>21/9/26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3A70FC-E40A-B623-E42C-339AA8311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65029-8505-F56C-0D10-CC7A05FDB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51D1-6072-40ED-B667-B1638A67729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81172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7D44D-4F4E-CCC3-D7F8-4D5FF5FC4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EA6920-BBE5-76AB-C359-C37954E820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0071E-CD80-1A0A-52D8-45A93B265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2E6E1-C3BA-4253-8312-9EB3E013E51C}" type="datetimeFigureOut">
              <a:rPr lang="en-SG" smtClean="0"/>
              <a:t>21/9/26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000C6-B9D4-10FA-3E8A-06F25E9AE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515F4-624F-394D-F11A-DE5EFC8DF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51D1-6072-40ED-B667-B1638A67729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17120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9011E-8FCC-2BDB-AF6C-0E8FFC202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5721E-D32F-AA08-DA87-D61FFB1D75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06629-0007-7BD4-4EF7-808C636751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E3241F-9649-8C0E-30E9-E155B9D22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2E6E1-C3BA-4253-8312-9EB3E013E51C}" type="datetimeFigureOut">
              <a:rPr lang="en-SG" smtClean="0"/>
              <a:t>21/9/26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66DAE1-8A37-683E-9D1E-492975B63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B13561-4455-36A6-EC3F-3F8BEB99E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51D1-6072-40ED-B667-B1638A67729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10625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FE3B6-8C65-BAB4-EE47-4A8278F2F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42423D-F145-F0B9-7E4B-64E7B121E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C5B116-AD4F-F1FC-CDE5-DBA9ED8564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C62223-CD60-F887-6BAA-F17C66EB06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3455AE-BA50-CD24-FA4B-7807A664B6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E18E77-D07A-1A17-4548-08D7DAEB3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2E6E1-C3BA-4253-8312-9EB3E013E51C}" type="datetimeFigureOut">
              <a:rPr lang="en-SG" smtClean="0"/>
              <a:t>21/9/26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50EB35-2CF4-E2B8-B559-8ACAC1FA9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C39FAC-D4CE-0123-FA07-03BA5326C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51D1-6072-40ED-B667-B1638A67729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05669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07AF3-4344-A1A9-481D-D8C42FDFA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3694BF-C953-99EE-A769-65359B3C2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2E6E1-C3BA-4253-8312-9EB3E013E51C}" type="datetimeFigureOut">
              <a:rPr lang="en-SG" smtClean="0"/>
              <a:t>21/9/26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3D4B4C-2702-29B0-6055-D6D0BF301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D3A4D0-DEEA-3B2B-23FB-6E2317AE6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51D1-6072-40ED-B667-B1638A67729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30479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169B36-8A88-BB75-7992-122067FE2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2E6E1-C3BA-4253-8312-9EB3E013E51C}" type="datetimeFigureOut">
              <a:rPr lang="en-SG" smtClean="0"/>
              <a:t>21/9/26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4A349F-C688-B7BB-8C16-D8B5EDC2D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943CF7-D437-E6C2-DEF0-A3A773F7A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51D1-6072-40ED-B667-B1638A67729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17492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97283-9DB8-2C05-5695-C6A6178E7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80259-929E-317D-4E26-2EBB5ED72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F26A24-E30F-FF0B-8157-44DFC5629B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5FC4A8-E6A7-3B2C-2971-DBDBEC318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2E6E1-C3BA-4253-8312-9EB3E013E51C}" type="datetimeFigureOut">
              <a:rPr lang="en-SG" smtClean="0"/>
              <a:t>21/9/26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90BB0-42AB-7C62-1462-D881494F3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3A3AE0-145E-2CC3-258E-F0258CCED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51D1-6072-40ED-B667-B1638A67729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90313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1D99B-B9FD-C4ED-B185-57B7A8E93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79C2DA-44A9-B1F1-4595-EE5E7CB16D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D691A4-F048-ED65-8397-5A01A53409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98E4B5-A687-BB16-455B-1812C3D26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2E6E1-C3BA-4253-8312-9EB3E013E51C}" type="datetimeFigureOut">
              <a:rPr lang="en-SG" smtClean="0"/>
              <a:t>21/9/26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D5A34B-B862-05B8-47DB-5B892A4CA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173398-F3F1-2AC7-B699-33479C173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51D1-6072-40ED-B667-B1638A67729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78593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E5138-D7CC-833D-988D-974BD331A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465D91-EA33-AB16-75E5-4925641AB2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62568-D32E-8C4D-6245-C17222306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2E6E1-C3BA-4253-8312-9EB3E013E51C}" type="datetimeFigureOut">
              <a:rPr lang="en-SG" smtClean="0"/>
              <a:t>21/9/26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6071E-8FA0-FA1F-470D-631DE6D19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9960E-19DD-1D8A-A625-BB4BD9642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51D1-6072-40ED-B667-B1638A67729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13253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ED796C-6C66-B6D2-8116-FF7DF3C14A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BE3999-487F-9C3E-7B29-907A04833A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DE53B-6928-A895-4D81-B8BB91683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2E6E1-C3BA-4253-8312-9EB3E013E51C}" type="datetimeFigureOut">
              <a:rPr lang="en-SG" smtClean="0"/>
              <a:t>21/9/26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0F0EA-2CE7-DA23-B1AD-E400B0EBC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CD172-C8AB-B270-D9A1-673BD2A02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51D1-6072-40ED-B667-B1638A67729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66908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1CDE35-1100-5B5E-A5E8-398258D61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0EA474-D6B2-9709-946D-F654A9A610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216C0-FCE7-8624-2413-282D5F4A66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62E6E1-C3BA-4253-8312-9EB3E013E51C}" type="datetimeFigureOut">
              <a:rPr lang="en-SG" smtClean="0"/>
              <a:t>21/9/26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ED9B0-3D1E-B77A-49B0-9AD617B563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734FF-1071-78F9-495A-C4347DE82F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F551D1-6072-40ED-B667-B1638A67729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23818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A0EDE7-1138-421C-58A5-9B7D9CCE1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8940" y="55416"/>
            <a:ext cx="6233160" cy="6681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703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Y-511 LSM303DLHC 3-axis E-compass Sensor">
            <a:extLst>
              <a:ext uri="{FF2B5EF4-FFF2-40B4-BE49-F238E27FC236}">
                <a16:creationId xmlns:a16="http://schemas.microsoft.com/office/drawing/2014/main" id="{AF02CD57-A71E-F3F1-DCF9-DCCFB4E79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9249" y="1606550"/>
            <a:ext cx="6096000" cy="364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496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E95CB3-8EFE-1631-F571-F4C72FD27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454" y="0"/>
            <a:ext cx="101830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121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C284E4-713C-BEC3-BE9D-5F702966F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002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Macintosh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Muhamed Fauzi Bin Abbas</dc:creator>
  <cp:lastModifiedBy>Muhamed Fauzi Bin Abbas</cp:lastModifiedBy>
  <cp:revision>1</cp:revision>
  <dcterms:created xsi:type="dcterms:W3CDTF">2026-07-28T13:41:51Z</dcterms:created>
  <dcterms:modified xsi:type="dcterms:W3CDTF">2026-09-21T09:00:19Z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ef8e180-8f22-4ead-b44a-2d560df875da_Enabled">
    <vt:lpwstr>true</vt:lpwstr>
  </property>
  <property fmtid="{D5CDD505-2E9C-101B-9397-08002B2CF9AE}" pid="3" name="MSIP_Label_3ef8e180-8f22-4ead-b44a-2d560df875da_SetDate">
    <vt:lpwstr>2026-07-28T13:41:56Z</vt:lpwstr>
  </property>
  <property fmtid="{D5CDD505-2E9C-101B-9397-08002B2CF9AE}" pid="4" name="MSIP_Label_3ef8e180-8f22-4ead-b44a-2d560df875da_Method">
    <vt:lpwstr>Privileged</vt:lpwstr>
  </property>
  <property fmtid="{D5CDD505-2E9C-101B-9397-08002B2CF9AE}" pid="5" name="MSIP_Label_3ef8e180-8f22-4ead-b44a-2d560df875da_Name">
    <vt:lpwstr>Public</vt:lpwstr>
  </property>
  <property fmtid="{D5CDD505-2E9C-101B-9397-08002B2CF9AE}" pid="6" name="MSIP_Label_3ef8e180-8f22-4ead-b44a-2d560df875da_SiteId">
    <vt:lpwstr>64991f7f-44d6-4d8c-9cd4-7862e8cb94c6</vt:lpwstr>
  </property>
  <property fmtid="{D5CDD505-2E9C-101B-9397-08002B2CF9AE}" pid="7" name="MSIP_Label_3ef8e180-8f22-4ead-b44a-2d560df875da_ActionId">
    <vt:lpwstr>34e6b334-53b1-4927-8b2f-646b464e7f21</vt:lpwstr>
  </property>
  <property fmtid="{D5CDD505-2E9C-101B-9397-08002B2CF9AE}" pid="8" name="MSIP_Label_3ef8e180-8f22-4ead-b44a-2d560df875da_ContentBits">
    <vt:lpwstr>0</vt:lpwstr>
  </property>
  <property fmtid="{D5CDD505-2E9C-101B-9397-08002B2CF9AE}" pid="9" name="MSIP_Label_3ef8e180-8f22-4ead-b44a-2d560df875da_Tag">
    <vt:lpwstr>10, 0, 1, 1</vt:lpwstr>
  </property>
</Properties>
</file>